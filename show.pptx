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F09362-4F9D-31F1-15C7-1683A4E1B0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AFC1B0C-2434-0C03-1FDE-AD239CE1A9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C4526D-D6AF-A5F4-8B09-C30A411B8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81B6A-DCDE-48DC-9DE1-29B7124E960F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E3A0AD-3A84-9FBE-E86B-4801A3F93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934F98-72E3-9D16-F4DF-7879F7CBF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09F03-224C-4CE2-8735-6728723979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0580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0F606F-E2F8-4745-5D60-798CEC76B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383A11-A626-2D1B-3E46-CFEBB4146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384041-10FE-034B-1241-DB029DA92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81B6A-DCDE-48DC-9DE1-29B7124E960F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D91221-193E-B684-0CAC-E39BD6C9D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A9FC2C-52C6-BF54-F680-22447F138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09F03-224C-4CE2-8735-6728723979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3470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0BDCB0-86E6-8D69-1C38-1746EFC34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971F8D-4F71-9FD1-D5BB-B230FCC9D0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1DF3DA-FA12-EAC6-6955-5B1530DE0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81B6A-DCDE-48DC-9DE1-29B7124E960F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DCCF16-2B82-5C21-C60A-8EE998EFF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E68E84-1603-38AE-FA95-E70EAF7AC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09F03-224C-4CE2-8735-6728723979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8299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E20F40-3124-4BA1-783F-F72AFAA21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265183-7DF6-DF27-7F7C-A106EFA7FB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4AB5BD6-8E29-1C02-70B8-6389D31C91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0347629-4E64-6E10-0C4F-2C8A1506B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81B6A-DCDE-48DC-9DE1-29B7124E960F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8741619-ABBA-4377-37D8-CC2826055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D72CCBC-1354-4C4D-DCE9-D946889B7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09F03-224C-4CE2-8735-6728723979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1061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9A302E-D481-3D6F-3615-D6549AD0B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0C4FB0-B1F7-82C5-79A0-CFFAF9C7EF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AB95197-8FDA-7FCD-4F8F-F2C37BF795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67E53BE-9881-A576-A7F7-B46D6ED2E9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59B876D-5AE4-E9A8-3C50-4BB2A3BCD2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09E7C52-51C4-3594-DCA9-5DF3C6918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81B6A-DCDE-48DC-9DE1-29B7124E960F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59DE62A-71D7-0E05-D353-2145CBC71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081147E-B264-C520-C365-D6F355140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09F03-224C-4CE2-8735-6728723979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9289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54C893-D26C-2790-FD86-95B1E78B3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365AE47-62ED-DBFA-C3EF-FC845FDDE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81B6A-DCDE-48DC-9DE1-29B7124E960F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9161F8E-C86D-0DD7-7257-974D3B62B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87E37BE-3AD9-3B9A-D367-B9B848987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09F03-224C-4CE2-8735-6728723979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5746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C0CCFD2-1518-043C-92F8-66A9BD273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81B6A-DCDE-48DC-9DE1-29B7124E960F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CF6D128-B312-1DFA-1A7B-522B95E89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358AD6-6250-77DA-163B-53847013D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09F03-224C-4CE2-8735-6728723979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7714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F92A35-A1E9-F1CE-F00D-60C190936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FD2045-7452-F899-E638-F3AD66442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4363E89-4894-DDED-CC46-44719A239F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300FA6E-4BFA-3857-326D-4F1F8251F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81B6A-DCDE-48DC-9DE1-29B7124E960F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2F96719-ADD0-CBD9-11B7-38AC0A1A7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5794D5C-38AC-9C47-B937-5D3B91302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09F03-224C-4CE2-8735-6728723979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7524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8DC43A-5BD8-5135-4046-B114E4340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45D27D1-8C26-715E-EAD3-EEFC4FF6C1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52006C3-0A4F-E4AC-E230-E80A2E30C9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08422C0-A7A9-2C0A-99DF-1C9813504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81B6A-DCDE-48DC-9DE1-29B7124E960F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ED8DD01-9FED-DF9F-5418-A15C8C419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996C4EE-5AE0-1714-5F45-0FF823623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09F03-224C-4CE2-8735-6728723979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658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298C0C-869E-C192-BE1B-6DE500DA4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A74F05E-FDD5-4DC2-ADAA-5E814216C6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A0E000-BFD9-0F3A-CEFD-DFA63A759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81B6A-DCDE-48DC-9DE1-29B7124E960F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09DB72-A2AD-ABD3-F037-A65C766F4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39618B-F57C-3E96-FFAD-F0A05F17E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09F03-224C-4CE2-8735-6728723979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7160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4A52E24-A0A9-5075-7EBF-88CD05CD4A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6CB56BA-29D3-F7E3-C70E-DA66EAB405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B7F6D0-BF8C-F1FC-C95B-F70B388FF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81B6A-DCDE-48DC-9DE1-29B7124E960F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3212E4-2602-8D85-4908-F5D43313A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5AEF6F-1D49-CE7D-0380-932A269A0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09F03-224C-4CE2-8735-6728723979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7564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0455746-DB09-C0B1-2AF9-37C33B03D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998EAF1-0534-92DB-7EC1-4AF3D3496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2B6916-BCE6-A27B-B9D3-600F17329F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D81B6A-DCDE-48DC-9DE1-29B7124E960F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BD1B20-BEDA-AAAB-740B-52507B5F5F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6F6CC1-3F96-BE27-AD05-8685099917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209F03-224C-4CE2-8735-6728723979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6890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15A6CF74-CF5F-10FA-2EAD-353D68B7CF8E}"/>
              </a:ext>
            </a:extLst>
          </p:cNvPr>
          <p:cNvSpPr/>
          <p:nvPr/>
        </p:nvSpPr>
        <p:spPr>
          <a:xfrm>
            <a:off x="3905693" y="1226287"/>
            <a:ext cx="3934046" cy="104907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</a:rPr>
              <a:t>top.v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46A79681-50FC-F50B-F5C4-99F59BBA49D6}"/>
              </a:ext>
            </a:extLst>
          </p:cNvPr>
          <p:cNvSpPr/>
          <p:nvPr/>
        </p:nvSpPr>
        <p:spPr>
          <a:xfrm>
            <a:off x="1151860" y="3094076"/>
            <a:ext cx="2668773" cy="104907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conv1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D62B9338-4F35-930A-F728-58854DAF3FC3}"/>
              </a:ext>
            </a:extLst>
          </p:cNvPr>
          <p:cNvSpPr/>
          <p:nvPr/>
        </p:nvSpPr>
        <p:spPr>
          <a:xfrm>
            <a:off x="4540103" y="3172049"/>
            <a:ext cx="2757375" cy="104907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conv2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ACC16784-C478-1875-4675-898FF301E4C5}"/>
              </a:ext>
            </a:extLst>
          </p:cNvPr>
          <p:cNvSpPr/>
          <p:nvPr/>
        </p:nvSpPr>
        <p:spPr>
          <a:xfrm>
            <a:off x="8817934" y="3172049"/>
            <a:ext cx="2037908" cy="104907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</a:rPr>
              <a:t>fcn</a:t>
            </a:r>
            <a:endParaRPr lang="en-US" altLang="zh-CN" dirty="0">
              <a:solidFill>
                <a:schemeClr val="tx1"/>
              </a:solidFill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4FE660E4-481B-D00F-EB2D-D68E5E84A269}"/>
              </a:ext>
            </a:extLst>
          </p:cNvPr>
          <p:cNvCxnSpPr/>
          <p:nvPr/>
        </p:nvCxnSpPr>
        <p:spPr>
          <a:xfrm flipH="1">
            <a:off x="2757377" y="2275366"/>
            <a:ext cx="1148316" cy="8187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024A0F28-4514-C790-1BA6-60B2D520F4A7}"/>
              </a:ext>
            </a:extLst>
          </p:cNvPr>
          <p:cNvSpPr txBox="1"/>
          <p:nvPr/>
        </p:nvSpPr>
        <p:spPr>
          <a:xfrm>
            <a:off x="2075121" y="2044997"/>
            <a:ext cx="11483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w_conv1,img_in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BAF6EFD7-F886-B227-F8B5-33EDF71273E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5872716" y="2275366"/>
            <a:ext cx="0" cy="8187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C76F223B-FEF3-E700-B1C9-0D106D86C893}"/>
              </a:ext>
            </a:extLst>
          </p:cNvPr>
          <p:cNvSpPr txBox="1"/>
          <p:nvPr/>
        </p:nvSpPr>
        <p:spPr>
          <a:xfrm>
            <a:off x="4508206" y="2500055"/>
            <a:ext cx="1148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w_conv2</a:t>
            </a: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15E66C5A-22DC-7BA0-B563-03E1EB947667}"/>
              </a:ext>
            </a:extLst>
          </p:cNvPr>
          <p:cNvCxnSpPr>
            <a:cxnSpLocks/>
          </p:cNvCxnSpPr>
          <p:nvPr/>
        </p:nvCxnSpPr>
        <p:spPr>
          <a:xfrm>
            <a:off x="7721011" y="2199168"/>
            <a:ext cx="1174896" cy="9728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05BAC378-E201-1292-95EB-77EBC3837B89}"/>
              </a:ext>
            </a:extLst>
          </p:cNvPr>
          <p:cNvSpPr txBox="1"/>
          <p:nvPr/>
        </p:nvSpPr>
        <p:spPr>
          <a:xfrm>
            <a:off x="8330612" y="2199168"/>
            <a:ext cx="11483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w_fc1,w_fc2</a:t>
            </a:r>
            <a:endParaRPr lang="en-US" altLang="zh-CN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1036BD4-F36D-B747-C623-E6EAE6763C59}"/>
              </a:ext>
            </a:extLst>
          </p:cNvPr>
          <p:cNvSpPr txBox="1"/>
          <p:nvPr/>
        </p:nvSpPr>
        <p:spPr>
          <a:xfrm>
            <a:off x="914400" y="4430233"/>
            <a:ext cx="317559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已经完成</a:t>
            </a:r>
            <a:r>
              <a:rPr lang="en-US" altLang="zh-CN" dirty="0"/>
              <a:t>debug</a:t>
            </a:r>
          </a:p>
          <a:p>
            <a:endParaRPr lang="en-US" altLang="zh-CN" dirty="0"/>
          </a:p>
          <a:p>
            <a:r>
              <a:rPr lang="zh-CN" altLang="en-US" dirty="0"/>
              <a:t>每次输出一个</a:t>
            </a:r>
            <a:r>
              <a:rPr lang="en-US" altLang="zh-CN" dirty="0"/>
              <a:t>channel</a:t>
            </a:r>
          </a:p>
          <a:p>
            <a:endParaRPr lang="en-US" altLang="zh-CN" dirty="0"/>
          </a:p>
          <a:p>
            <a:r>
              <a:rPr lang="zh-CN" altLang="en-US" dirty="0"/>
              <a:t>用一个计算</a:t>
            </a:r>
            <a:r>
              <a:rPr lang="en-US" altLang="zh-CN" dirty="0"/>
              <a:t>3*3</a:t>
            </a:r>
            <a:r>
              <a:rPr lang="zh-CN" altLang="en-US" dirty="0"/>
              <a:t>卷积窗口的</a:t>
            </a:r>
            <a:r>
              <a:rPr lang="en-US" altLang="zh-CN" dirty="0"/>
              <a:t>PE</a:t>
            </a:r>
            <a:r>
              <a:rPr lang="zh-CN" altLang="en-US" dirty="0"/>
              <a:t>顺序计算所有位置的值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16*15*10</a:t>
            </a:r>
            <a:r>
              <a:rPr lang="zh-CN" altLang="en-US" dirty="0"/>
              <a:t>个周期算完</a:t>
            </a:r>
            <a:r>
              <a:rPr lang="en-US" altLang="zh-CN" dirty="0"/>
              <a:t>conv1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05C90C2-EFCA-1B6D-5506-F90660C0CB7B}"/>
              </a:ext>
            </a:extLst>
          </p:cNvPr>
          <p:cNvSpPr txBox="1"/>
          <p:nvPr/>
        </p:nvSpPr>
        <p:spPr>
          <a:xfrm>
            <a:off x="8445795" y="4547678"/>
            <a:ext cx="317559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已经完成</a:t>
            </a:r>
            <a:r>
              <a:rPr lang="en-US" altLang="zh-CN" dirty="0"/>
              <a:t>debug</a:t>
            </a:r>
          </a:p>
          <a:p>
            <a:endParaRPr lang="en-US" altLang="zh-CN" dirty="0"/>
          </a:p>
          <a:p>
            <a:r>
              <a:rPr lang="en-US" altLang="zh-CN" dirty="0"/>
              <a:t>10PE</a:t>
            </a:r>
            <a:r>
              <a:rPr lang="zh-CN" altLang="en-US" dirty="0"/>
              <a:t>并行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14+1</a:t>
            </a:r>
            <a:r>
              <a:rPr lang="zh-CN" altLang="en-US" dirty="0"/>
              <a:t>个周期计算完</a:t>
            </a:r>
            <a:endParaRPr lang="en-US" altLang="zh-CN" dirty="0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9566DBDD-479E-9855-11B3-E743B84DE934}"/>
              </a:ext>
            </a:extLst>
          </p:cNvPr>
          <p:cNvSpPr/>
          <p:nvPr/>
        </p:nvSpPr>
        <p:spPr>
          <a:xfrm>
            <a:off x="9934354" y="177208"/>
            <a:ext cx="1842975" cy="65578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CPU</a:t>
            </a: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4EAA2F3B-CE50-DC7C-843E-6D17CE837CFD}"/>
              </a:ext>
            </a:extLst>
          </p:cNvPr>
          <p:cNvCxnSpPr/>
          <p:nvPr/>
        </p:nvCxnSpPr>
        <p:spPr>
          <a:xfrm flipV="1">
            <a:off x="7839739" y="723014"/>
            <a:ext cx="2091070" cy="50327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0BDA61A9-42FC-80FA-650D-2EFFFE6796C3}"/>
              </a:ext>
            </a:extLst>
          </p:cNvPr>
          <p:cNvSpPr txBox="1"/>
          <p:nvPr/>
        </p:nvSpPr>
        <p:spPr>
          <a:xfrm>
            <a:off x="8066568" y="454207"/>
            <a:ext cx="1339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out[23:0]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298174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67</Words>
  <Application>Microsoft Office PowerPoint</Application>
  <PresentationFormat>宽屏</PresentationFormat>
  <Paragraphs>21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Consolas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培杰 馬</dc:creator>
  <cp:lastModifiedBy>培杰 馬</cp:lastModifiedBy>
  <cp:revision>1</cp:revision>
  <dcterms:created xsi:type="dcterms:W3CDTF">2025-11-06T10:36:25Z</dcterms:created>
  <dcterms:modified xsi:type="dcterms:W3CDTF">2025-11-06T11:40:19Z</dcterms:modified>
</cp:coreProperties>
</file>